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Portfolio Project  ·  Python + SQL + Power BI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Consumer Insights  |  3,900 Transactions  |  $233K Revenue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Project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841248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company leverage consumer shopping data to identify trends, improve customer engagement, and optimize marketing and product strategies?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832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57984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business Qs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03904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03904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77056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22976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2976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96128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42048" y="2377440"/>
            <a:ext cx="1600200" cy="1920240"/>
          </a:xfrm>
          <a:prstGeom prst="roundRect">
            <a:avLst>
              <a:gd name="adj" fmla="val 4571"/>
            </a:avLst>
          </a:prstGeom>
          <a:solidFill>
            <a:srgbClr val="F4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7242048" y="2514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42048" y="29718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5200" y="33832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packaging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2 of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874A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1B4F72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12280" y="91440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2874A6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1051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Dimensions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560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Gender: 68% Male · 32% Female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880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Subscription rate: 27% (1,053)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Discount usage: 43% of orders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Categories: Clothing, Accessories,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  Footwear, Outerwear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Highlights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37 missing ratings → category median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80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Columns → snake_case standard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200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Dropped redundant promo_code_used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Engineered age_group (quartiles)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Mapped purchase frequency → days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3 of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 &amp; Customer Segments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325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$157,890  (68%)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$59.54  ·  2,652 customers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$75,191  (32%)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$60.25  ·  1,248 customers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280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$62,143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1280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$59,197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$55,978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1920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$55,763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22402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(by Previous Purchases)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246120"/>
            <a:ext cx="109728" cy="1188720"/>
          </a:xfrm>
          <a:prstGeom prst="rect">
            <a:avLst/>
          </a:prstGeom>
          <a:solidFill>
            <a:srgbClr val="B9770E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prior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customers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24612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34" name="Shape 32"/>
          <p:cNvSpPr/>
          <p:nvPr/>
        </p:nvSpPr>
        <p:spPr>
          <a:xfrm>
            <a:off x="3246120" y="3246120"/>
            <a:ext cx="109728" cy="118872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2044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prior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2044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 customers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32461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4F9FC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3246120"/>
            <a:ext cx="109728" cy="1188720"/>
          </a:xfrm>
          <a:prstGeom prst="rect">
            <a:avLst/>
          </a:prstGeom>
          <a:solidFill>
            <a:srgbClr val="196F3D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 prior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customers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4 of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Discount Insights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customers  ·  27%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 $59.49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$62,645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F4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customers  ·  73%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 $59.87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 $170,436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Average spend is nearly identical. Subscription currently drives share of customers, not higher ticket size — a clear opportunity to add exclusive member value.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Discount-Dependent Products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10312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210312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84048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7784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0" y="4114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4F9FC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4133088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4343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5 of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Avg. Review Rating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2984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01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801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042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3042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807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2807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246120"/>
            <a:ext cx="4114800" cy="438912"/>
          </a:xfrm>
          <a:prstGeom prst="roundRect">
            <a:avLst>
              <a:gd name="adj" fmla="val 10417"/>
            </a:avLst>
          </a:prstGeom>
          <a:solidFill>
            <a:srgbClr val="F4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0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3101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3310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54880" y="868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Category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 · Pants · Shirt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87452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· Sunglasses · Belt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788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· Shoes · Sneakers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15468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00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· Coat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8412480" cy="731520"/>
          </a:xfrm>
          <a:prstGeom prst="roundRect">
            <a:avLst>
              <a:gd name="adj" fmla="val 7500"/>
            </a:avLst>
          </a:prstGeom>
          <a:solidFill>
            <a:srgbClr val="EBF5FB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023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Mix:  Clothing $104K (45%)  ·  Accessories $74K (32%)  ·  Footwear $36K (15%)  ·  Outerwear $19K (8%)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6 of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Discounts &amp; Repeat Behavior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Express Shipping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$60.48  ·  646 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Higher-intent shoppers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4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$58.46  ·  654 orders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103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lower ticket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88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High-Spending Discount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used a discount and still spent above the $59.76 average — combined spend $66,942 (avg $79.79). Discounts are not limited to low-value shoppers.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862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(&gt;5 previous purchases) &amp; Subscription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27.6% of high-repeat customers are subscribers. Repeat purchasing alone does not convert to membership — a dedicated subscription campaign is required.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7 of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 Value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exclusive benefits (early access, free express, member SKUs) so subscription clearly increases LTV.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0332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for Returning Segment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701 Returning customers with points/tiers to convert them into Loyal advocates.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Discipline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Coat, Sweater &amp; Pants are 47–50% promo-driven. Protect margins with controlled tests.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22677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top-rated (Gloves, Sandals, Boots) and best-sellers (Blouse, Jewelry, Jacket) in campaigns.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Shipping Targeting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840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revenue; Express users spend more. Prioritize both in paid and CRM channels.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33756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502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Gender-Aware Growth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84048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volume drives revenue; female ticket is higher. Balance assortment and messaging for both.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·  Slide 8 of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notebook — cleaning, feature engineering, DB load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SQL scripts — 10 business questions with reproducible queries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Cleaned dataset — customer_shopping_behavior_cleaned.csv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Power BI dashboard — interactive stakeholder views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 report — full documentation &amp;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GitHub repository — portfolio-ready structure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Ready for stakeholder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End-to-End Data Analytics Project</dc:subject>
  <dc:creator>Data Analytics Portfolio</dc:creator>
  <cp:lastModifiedBy>Data Analytics Portfolio</cp:lastModifiedBy>
  <cp:revision>1</cp:revision>
  <dcterms:created xsi:type="dcterms:W3CDTF">2026-08-31T15:41:25Z</dcterms:created>
  <dcterms:modified xsi:type="dcterms:W3CDTF">2026-08-31T15:41:25Z</dcterms:modified>
</cp:coreProperties>
</file>